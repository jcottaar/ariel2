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7233-D553-09EB-FC9C-E812FA449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64932-65E3-3468-75A4-AB2C80320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D8776-951B-ACFD-21E4-B6478BFE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8371C-1CF7-3291-54AA-14C228CB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36744-34CF-0242-A04A-088242FD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911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4B24-53F8-9780-8A0B-C7F3E0C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BD28A-47C2-2172-D33C-32722DC32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50F5B-B437-C6AF-DDE5-6F6004DA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A4E2-9709-D76D-0CEE-CA755B2E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035EA-FF93-EB39-AFEC-871FB146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123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2D757-0B53-41BD-AF65-37DCE0F3B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38C74-CC3B-F96F-393D-7307B750F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0E6E-1FB7-419B-5999-6DD745C8E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3AF35-0550-3E9D-8F63-D2B8E718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18960-3DBE-C20B-DB9A-2EEDF2D5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1376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D99B-6FB2-AF2A-BFC0-1C74E48F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38892-545E-AA69-62B4-7BC6BD8E0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A5441-E7F4-698D-1EAB-8C557BE67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1A767-9286-1507-781F-25A0DBFA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970FA-AB63-4356-DBE6-0F37A41A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3DAA8-D405-EDF7-5CCC-C42A631D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638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F899-2DF6-B5A0-654B-639932A69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90D05-A45A-55E4-E8FF-C3655A94D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A2E95-2794-34C8-E0A1-22F4B3AE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0BF98-D3F8-C25A-5A52-6CDE05642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68EF0-2ED0-67D9-49D5-63DC1BC14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73B790-2631-8204-8A9C-CC2DA09D3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46610-951A-465B-BE64-0FB70D1ED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B86B5-5FC3-710E-D70A-9A11B1A8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8689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53256-BA57-3331-3B82-32D76908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D526ED-C84A-A2C5-91EA-9B1EF1C4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E4425-42ED-4BB8-494F-E2ED6C40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692FD-17BE-EEAC-8351-591C15D0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31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BA728-B50D-2BE8-9CEC-B26D11EE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C9CBA-1A17-1589-ED70-34393CF1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8D00C-7952-D54E-17A6-530E7DC09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6549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2709-056E-D703-1FD6-8EA27DE41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EE214-8398-5FB2-A256-B9F609806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5D0CC-D823-D854-4101-A78AFF4C9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6E29D-18E7-1E3B-5EBC-78B3E18C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DDA8D-AEC0-5462-B257-77FA7A0B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BC614-3B35-02C1-7DDA-C1D4EEE7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3142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196C-1546-1D1C-F9FC-9724C7E0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346425-8317-6156-B87B-C95CD8B42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0A80D-63A4-9DAD-2601-8889AF452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E49E1-3964-564B-ACB4-E3501E76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D9A40-0F40-BAED-C71F-7684AAA7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6D572-E614-2AB6-D866-BE197AD3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33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0A52-A278-9BBA-14B6-A39E2F07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B4068-6705-B4B2-6536-636984DF9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1B8AC-2541-AD08-D9B8-DF130210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5B9BF-C59D-49AD-C658-E3CD2D3C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DBA1E-0ADE-8893-4986-F3D7970C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475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467C2-D008-52F3-B4FE-297BDCAEF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28E93-FE65-F83E-C9A7-82D633B8B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472BA-A605-896D-AFDD-3C3BD5D7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84335-8FC4-DE61-1248-A5968835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021B5-121B-D9C0-A0B7-AFE8BD19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4177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BD9C7-103A-D001-9BEF-2BB29A7EF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3C7A2-05A0-3C49-F818-C94A30B9F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B2B1E-543D-A9BA-CB04-BD3BD5787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4BB5-9E87-423D-8B9A-8E7F47314193}" type="datetimeFigureOut">
              <a:rPr lang="en-NL" smtClean="0"/>
              <a:t>2025-09-29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BE30-2FF8-9993-0B8D-DC6CD7C6A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14402-5A67-006B-5338-EA2CEF914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6E831-08FA-41CD-AB8B-DE4AEBA5431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1853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enerated image">
            <a:extLst>
              <a:ext uri="{FF2B5EF4-FFF2-40B4-BE49-F238E27FC236}">
                <a16:creationId xmlns:a16="http://schemas.microsoft.com/office/drawing/2014/main" id="{C30BD0AF-CF24-562F-B598-CDE0970C35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05"/>
          <a:stretch>
            <a:fillRect/>
          </a:stretch>
        </p:blipFill>
        <p:spPr bwMode="auto">
          <a:xfrm>
            <a:off x="8937842" y="2148214"/>
            <a:ext cx="3937652" cy="214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08A4CE-69A4-77EE-BF4B-FDB1FB91CDE1}"/>
              </a:ext>
            </a:extLst>
          </p:cNvPr>
          <p:cNvSpPr txBox="1"/>
          <p:nvPr/>
        </p:nvSpPr>
        <p:spPr>
          <a:xfrm>
            <a:off x="2674" y="1747195"/>
            <a:ext cx="307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Input:</a:t>
            </a:r>
            <a:r>
              <a:rPr lang="en-US" dirty="0"/>
              <a:t> raw detector readings</a:t>
            </a:r>
            <a:endParaRPr lang="en-NL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70635-ABD5-251B-4317-3522357CA211}"/>
              </a:ext>
            </a:extLst>
          </p:cNvPr>
          <p:cNvSpPr txBox="1"/>
          <p:nvPr/>
        </p:nvSpPr>
        <p:spPr>
          <a:xfrm>
            <a:off x="3341764" y="1747195"/>
            <a:ext cx="2615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Preprocessed signal</a:t>
            </a:r>
            <a:r>
              <a:rPr lang="en-US" b="1" dirty="0"/>
              <a:t> </a:t>
            </a:r>
            <a:r>
              <a:rPr lang="en-US" i="1" dirty="0"/>
              <a:t>S</a:t>
            </a:r>
            <a:r>
              <a:rPr lang="en-US" dirty="0"/>
              <a:t>(</a:t>
            </a:r>
            <a:r>
              <a:rPr lang="el-GR" i="1" dirty="0"/>
              <a:t>λ</a:t>
            </a:r>
            <a:r>
              <a:rPr lang="el-GR" dirty="0"/>
              <a:t>,</a:t>
            </a:r>
            <a:r>
              <a:rPr lang="en-US" i="1" dirty="0"/>
              <a:t>t</a:t>
            </a:r>
            <a:r>
              <a:rPr lang="en-US" dirty="0"/>
              <a:t>)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50D12-C6B3-AA4D-06BF-EAD138DF6C99}"/>
              </a:ext>
            </a:extLst>
          </p:cNvPr>
          <p:cNvSpPr txBox="1"/>
          <p:nvPr/>
        </p:nvSpPr>
        <p:spPr>
          <a:xfrm>
            <a:off x="6571443" y="1747195"/>
            <a:ext cx="2403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Transit depth </a:t>
            </a:r>
            <a:r>
              <a:rPr lang="el-GR" i="1" dirty="0"/>
              <a:t>D</a:t>
            </a:r>
            <a:r>
              <a:rPr lang="el-GR" dirty="0"/>
              <a:t>(</a:t>
            </a:r>
            <a:r>
              <a:rPr lang="el-GR" i="1" dirty="0"/>
              <a:t>λ</a:t>
            </a:r>
            <a:r>
              <a:rPr lang="el-GR" dirty="0"/>
              <a:t>)±</a:t>
            </a:r>
            <a:r>
              <a:rPr lang="el-GR" i="1" dirty="0"/>
              <a:t>σ</a:t>
            </a:r>
            <a:r>
              <a:rPr lang="el-GR" u="sng" dirty="0"/>
              <a:t>(</a:t>
            </a:r>
            <a:r>
              <a:rPr lang="el-GR" i="1" dirty="0"/>
              <a:t>λ</a:t>
            </a:r>
            <a:r>
              <a:rPr lang="el-GR" dirty="0"/>
              <a:t>) </a:t>
            </a:r>
            <a:endParaRPr lang="en-NL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09F2D-6B15-FBAC-1E3D-E5D6EB5F9694}"/>
              </a:ext>
            </a:extLst>
          </p:cNvPr>
          <p:cNvSpPr txBox="1"/>
          <p:nvPr/>
        </p:nvSpPr>
        <p:spPr>
          <a:xfrm>
            <a:off x="9940317" y="1721957"/>
            <a:ext cx="203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</a:t>
            </a:r>
            <a:r>
              <a:rPr lang="en-US" dirty="0"/>
              <a:t>: submission</a:t>
            </a:r>
            <a:endParaRPr lang="en-NL" b="1" i="1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B9FC3688-807B-84FD-97C4-B62B50063C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68"/>
          <a:stretch>
            <a:fillRect/>
          </a:stretch>
        </p:blipFill>
        <p:spPr bwMode="auto">
          <a:xfrm>
            <a:off x="3670447" y="2304790"/>
            <a:ext cx="1732629" cy="1659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75C8CAD-B304-36DE-64E8-7B8C9DEE5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035" y="2304790"/>
            <a:ext cx="2243668" cy="165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50DE171-3610-385B-A9FE-DC7BC21F893C}"/>
              </a:ext>
            </a:extLst>
          </p:cNvPr>
          <p:cNvSpPr/>
          <p:nvPr/>
        </p:nvSpPr>
        <p:spPr>
          <a:xfrm>
            <a:off x="5403076" y="2624203"/>
            <a:ext cx="1108553" cy="10208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Bayesian Inference</a:t>
            </a:r>
            <a:endParaRPr lang="en-NL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DB0C9FC-0DFB-C1C0-494A-D0959CE724D6}"/>
              </a:ext>
            </a:extLst>
          </p:cNvPr>
          <p:cNvSpPr/>
          <p:nvPr/>
        </p:nvSpPr>
        <p:spPr>
          <a:xfrm>
            <a:off x="2486417" y="2624202"/>
            <a:ext cx="1182328" cy="10208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Preprocess</a:t>
            </a:r>
            <a:endParaRPr lang="en-NL" sz="1200" dirty="0">
              <a:solidFill>
                <a:sysClr val="windowText" lastClr="00000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F21664D-C7D5-6EDF-2F29-CF76F44F92DC}"/>
              </a:ext>
            </a:extLst>
          </p:cNvPr>
          <p:cNvSpPr/>
          <p:nvPr/>
        </p:nvSpPr>
        <p:spPr>
          <a:xfrm>
            <a:off x="8812554" y="2624201"/>
            <a:ext cx="1182328" cy="10208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Fudge</a:t>
            </a:r>
            <a:endParaRPr lang="en-NL" sz="1200" dirty="0">
              <a:solidFill>
                <a:sysClr val="windowText" lastClr="000000"/>
              </a:solidFill>
            </a:endParaRPr>
          </a:p>
        </p:txBody>
      </p:sp>
      <p:pic>
        <p:nvPicPr>
          <p:cNvPr id="1028" name="Picture 4" descr="ESA exoplanet mission ...">
            <a:extLst>
              <a:ext uri="{FF2B5EF4-FFF2-40B4-BE49-F238E27FC236}">
                <a16:creationId xmlns:a16="http://schemas.microsoft.com/office/drawing/2014/main" id="{542F114A-3DC3-D069-73C9-B29CF6407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66" y="2354892"/>
            <a:ext cx="2107737" cy="155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399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Jeroen Cottaar</dc:creator>
  <cp:lastModifiedBy>Jeroen Cottaar</cp:lastModifiedBy>
  <cp:revision>1</cp:revision>
  <dcterms:created xsi:type="dcterms:W3CDTF">2025-09-29T19:14:21Z</dcterms:created>
  <dcterms:modified xsi:type="dcterms:W3CDTF">2025-09-29T20:16:54Z</dcterms:modified>
</cp:coreProperties>
</file>